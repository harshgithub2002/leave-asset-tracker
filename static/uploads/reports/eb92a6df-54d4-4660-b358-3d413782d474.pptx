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93" r:id="rId6"/>
    <p:sldId id="277" r:id="rId7"/>
    <p:sldId id="294" r:id="rId8"/>
    <p:sldId id="295" r:id="rId9"/>
    <p:sldId id="296" r:id="rId10"/>
    <p:sldId id="301" r:id="rId11"/>
    <p:sldId id="300" r:id="rId12"/>
    <p:sldId id="299" r:id="rId13"/>
    <p:sldId id="298" r:id="rId14"/>
    <p:sldId id="276" r:id="rId15"/>
    <p:sldId id="29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900DC9-F7EE-9707-9055-4D30E1AF4C44}" v="170" dt="2025-12-22T09:36:45.216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3204" autoAdjust="0"/>
  </p:normalViewPr>
  <p:slideViewPr>
    <p:cSldViewPr snapToGrid="0">
      <p:cViewPr>
        <p:scale>
          <a:sx n="100" d="100"/>
          <a:sy n="100" d="100"/>
        </p:scale>
        <p:origin x="-106" y="-562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62CF7-959C-EF32-C209-E0DA99C74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E9F196-5FDB-DE37-0006-A8ADF8B94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55812-2A28-0636-4935-933C6DA93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A7B22-EA53-1C76-F477-3336CC25F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963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58C33-4EC0-DAF3-D560-84F155557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7A8191-7A42-48AA-C81D-4E560FE3B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27478-C274-419A-7C45-5E743908D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3674B-B923-8B20-41B2-6C9F13697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718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34033-FF3C-4FB0-B948-9CA740D14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FCDAED-0D60-C340-5BC8-3B57DDB50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3D9828-1343-3285-7522-4CA457075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1F1-A23E-7090-C592-70FF4BF95A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250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2A23C-8B70-F998-4456-091A5ACF9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38728-7583-E189-DFC5-D0E591E98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E8780A-DDF0-C4C2-3C74-B7C33584C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F6C89-9F4F-1915-6CCC-3A539EB45D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085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E6386-61D5-C739-8F56-5515CE3DF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EC79D3-42D5-0A1B-6345-B3473FCAD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F17F9C-B026-5F37-B847-B3E00CFA1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4F4FC-32D4-392F-E56C-B10F7E9815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941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5111E-07C6-FFE9-9E5D-E0816AECE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334BB6-5708-48D0-C0CA-3CE07ED06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57459-A746-30B3-D4DD-FAB52C288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43ADD-2889-0112-7113-3D4684F13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098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438DF-D308-B4E1-82DB-A44372A07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F5492-FC4A-96BA-88F6-FEFED9EAF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13A01-9231-3732-72A6-2F60F489C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E9B98-EA46-1BDB-B133-737F0A171B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305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EF9E5-8102-F4F5-20DA-0BB70B845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F581CF-D2BE-928F-F808-B725C6A7B1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70304F-1ABF-C114-0036-CCAC33721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23350-C79B-EDC5-284A-0E209C07D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173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5E465-4BB7-0D97-529E-EAC6892B4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F9D707-BD32-D47F-DF3F-3155A76770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9474B3-85CA-3BF4-9D5B-A2F1A7811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944D4-6B2F-7DD0-5C0B-7F8B623657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210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/>
              <a:t>Test</a:t>
            </a:r>
            <a:br>
              <a:rPr lang="en-US" dirty="0"/>
            </a:br>
            <a:r>
              <a:rPr lang="en-US"/>
              <a:t>Rigor</a:t>
            </a:r>
            <a:br>
              <a:rPr lang="en-US" dirty="0"/>
            </a:br>
            <a:r>
              <a:rPr lang="en-US" sz="4000"/>
              <a:t>AI Based Automation Tool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8A81D-4962-04E5-353D-F0BD0D99B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51C97-3623-A852-BBAD-C113D749B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/>
              <a:t>About Test Rigor</a:t>
            </a:r>
            <a:br>
              <a:rPr lang="en-US" dirty="0"/>
            </a:b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E10A1-8C67-9883-07DF-6286FA15EB9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53264" cy="246730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b="1" dirty="0"/>
          </a:p>
          <a:p>
            <a:pPr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9E7E9-2EF7-50F1-A8D3-2A752C6AD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416927-A486-0267-FEC8-66FEF7300D04}"/>
              </a:ext>
            </a:extLst>
          </p:cNvPr>
          <p:cNvSpPr txBox="1"/>
          <p:nvPr/>
        </p:nvSpPr>
        <p:spPr>
          <a:xfrm>
            <a:off x="5190226" y="3083943"/>
            <a:ext cx="608162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AI-powered test automation tool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Supports:</a:t>
            </a:r>
          </a:p>
          <a:p>
            <a:pPr marL="228600" lvl="1" indent="-228600">
              <a:buFont typeface=""/>
              <a:buChar char="•"/>
            </a:pPr>
            <a:r>
              <a:rPr lang="en-US"/>
              <a:t>Web</a:t>
            </a:r>
          </a:p>
          <a:p>
            <a:pPr marL="228600" lvl="1" indent="-228600">
              <a:buFont typeface=""/>
              <a:buChar char="•"/>
            </a:pPr>
            <a:r>
              <a:rPr lang="en-US"/>
              <a:t>Mobile</a:t>
            </a:r>
          </a:p>
          <a:p>
            <a:pPr marL="228600" lvl="1" indent="-228600">
              <a:buFont typeface=""/>
              <a:buChar char="•"/>
            </a:pPr>
            <a:r>
              <a:rPr lang="en-US"/>
              <a:t>Desktop</a:t>
            </a:r>
          </a:p>
          <a:p>
            <a:pPr marL="228600" lvl="1" indent="-228600">
              <a:buFont typeface=""/>
              <a:buChar char="•"/>
            </a:pPr>
            <a:r>
              <a:rPr lang="en-US"/>
              <a:t>API testing</a:t>
            </a:r>
          </a:p>
          <a:p>
            <a:pPr marL="228600" indent="-228600">
              <a:buFont typeface=""/>
              <a:buChar char="•"/>
            </a:pPr>
            <a:r>
              <a:rPr lang="en-US"/>
              <a:t>Uses plain English test cases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370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/>
              <a:t>Objective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53264" cy="2467304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endParaRPr lang="en-US" b="1" dirty="0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To automate test cases for Instagram Story post feature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To evaluate tool compatibility with dynamic UI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To understand limitations of AI-based automation tools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30DF0-0E85-0458-A29C-C99CCA625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D4746-8B91-CF54-6175-D6F2BC812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Instagram Story Post Feature</a:t>
            </a:r>
            <a:br>
              <a:rPr lang="en-US" dirty="0"/>
            </a:b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35814-03D9-D2B1-C3E9-4031653CE5D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53264" cy="246730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b="1" dirty="0"/>
          </a:p>
          <a:p>
            <a:pPr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DFA9B-2202-5214-0979-1088996C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9B4BF5-4F06-8ACF-0E93-8FFFB2ED6749}"/>
              </a:ext>
            </a:extLst>
          </p:cNvPr>
          <p:cNvSpPr txBox="1"/>
          <p:nvPr/>
        </p:nvSpPr>
        <p:spPr>
          <a:xfrm>
            <a:off x="5204603" y="3371490"/>
            <a:ext cx="608162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Allows users to: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Capture photos/videos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Upload media from gallery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Apply filters, stickers, text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Post content as a story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Highly interactive and gesture-based UI</a:t>
            </a:r>
            <a:endParaRPr lang="en-US"/>
          </a:p>
          <a:p>
            <a:endParaRPr lang="en-US" dirty="0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253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97347-10A4-4F0C-53D1-3659BCA7D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C29F3-87D7-7F2A-B793-A91D9F109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Test </a:t>
            </a:r>
            <a:r>
              <a:rPr lang="en-US" err="1">
                <a:ea typeface="+mj-lt"/>
                <a:cs typeface="+mj-lt"/>
              </a:rPr>
              <a:t>Scope</a:t>
            </a:r>
            <a:br>
              <a:rPr lang="en-US" dirty="0"/>
            </a:b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AFE87-8597-4355-71C1-3596E561240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53264" cy="246730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b="1" dirty="0"/>
          </a:p>
          <a:p>
            <a:pPr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B3939-C1B7-3EBF-6CD4-FF18CABC7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A40614-B6A5-09FD-897A-030FBC9F9D00}"/>
              </a:ext>
            </a:extLst>
          </p:cNvPr>
          <p:cNvSpPr txBox="1"/>
          <p:nvPr/>
        </p:nvSpPr>
        <p:spPr>
          <a:xfrm>
            <a:off x="5204603" y="3371490"/>
            <a:ext cx="6081623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App launch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Login functionality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Navigation to home page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Navigation to story section</a:t>
            </a:r>
            <a:endParaRPr lang="en-US"/>
          </a:p>
          <a:p>
            <a:pPr>
              <a:buFont typeface="Arial"/>
              <a:buChar char="•"/>
            </a:pPr>
            <a:endParaRPr lang="en-US" dirty="0"/>
          </a:p>
          <a:p>
            <a:endParaRPr lang="en-US" dirty="0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152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BAE30-DEAF-C33D-CF1E-A6F5A8843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BC5B5-05A9-2C1C-A0D4-72B66458B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Why </a:t>
            </a:r>
            <a:r>
              <a:rPr lang="en-US">
                <a:ea typeface="+mj-lt"/>
                <a:cs typeface="+mj-lt"/>
              </a:rPr>
              <a:t>test Rigor</a:t>
            </a:r>
            <a:r>
              <a:rPr lang="en-US" dirty="0">
                <a:ea typeface="+mj-lt"/>
                <a:cs typeface="+mj-lt"/>
              </a:rPr>
              <a:t> Cannot Automate This</a:t>
            </a:r>
            <a:br>
              <a:rPr lang="en-US" dirty="0"/>
            </a:b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C1765D-BDD3-656C-912B-6A1766AD427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53264" cy="246730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b="1" dirty="0"/>
          </a:p>
          <a:p>
            <a:pPr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62EFE-6EF1-B09B-B6D0-1F83FABE8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AD3D1B-98E5-B61B-A052-8A534ECFF34C}"/>
              </a:ext>
            </a:extLst>
          </p:cNvPr>
          <p:cNvSpPr txBox="1"/>
          <p:nvPr/>
        </p:nvSpPr>
        <p:spPr>
          <a:xfrm>
            <a:off x="5204603" y="3371490"/>
            <a:ext cx="6081623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testRigor</a:t>
            </a:r>
            <a:r>
              <a:rPr lang="en-US" dirty="0">
                <a:ea typeface="+mn-lt"/>
                <a:cs typeface="+mn-lt"/>
              </a:rPr>
              <a:t> works best with: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Stable UI elements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Buttons, text fields, links</a:t>
            </a:r>
            <a:endParaRPr lang="en-US"/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Instagram Story: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Is gesture-heavy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Uses camera &amp; animations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Is restricted against bots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Hence, automation is not supported</a:t>
            </a:r>
            <a:endParaRPr lang="en-US"/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endParaRPr lang="en-US" dirty="0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746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CBEA2-0F70-0D92-8E82-1AE0C436D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5E92D-AF9F-CDEB-929D-F9ACBA6A3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Why </a:t>
            </a:r>
            <a:r>
              <a:rPr lang="en-US">
                <a:ea typeface="+mj-lt"/>
                <a:cs typeface="+mj-lt"/>
              </a:rPr>
              <a:t>test Rigor</a:t>
            </a:r>
            <a:r>
              <a:rPr lang="en-US" dirty="0">
                <a:ea typeface="+mj-lt"/>
                <a:cs typeface="+mj-lt"/>
              </a:rPr>
              <a:t> Cannot Automate This</a:t>
            </a:r>
            <a:br>
              <a:rPr lang="en-US" dirty="0"/>
            </a:b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9F1E5-7A24-5919-CC95-6E4FC843516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53264" cy="246730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b="1" dirty="0"/>
          </a:p>
          <a:p>
            <a:pPr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2EADB-739B-6C03-1526-85879E6CD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5D1E06-0FB8-4199-A3DB-561A7695FFE0}"/>
              </a:ext>
            </a:extLst>
          </p:cNvPr>
          <p:cNvSpPr txBox="1"/>
          <p:nvPr/>
        </p:nvSpPr>
        <p:spPr>
          <a:xfrm>
            <a:off x="5204603" y="3371490"/>
            <a:ext cx="6081623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testRigor</a:t>
            </a:r>
            <a:r>
              <a:rPr lang="en-US" dirty="0">
                <a:ea typeface="+mn-lt"/>
                <a:cs typeface="+mn-lt"/>
              </a:rPr>
              <a:t> works best with: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Stable UI elements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Buttons, text fields, links</a:t>
            </a:r>
            <a:endParaRPr lang="en-US"/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Instagram Story: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Is gesture-heavy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Uses camera &amp; animations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Is restricted against bots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Hence, automation is not supported</a:t>
            </a:r>
            <a:endParaRPr lang="en-US"/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endParaRPr lang="en-US" dirty="0"/>
          </a:p>
          <a:p>
            <a:pPr algn="ctr"/>
            <a:endParaRPr lang="en-GB"/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F729DD07-A162-E5FB-8EB0-00CA743BC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29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504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3B0B2-8622-F3A8-FB49-B137026D1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E863F-B03F-3948-3499-2F98EC184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Why </a:t>
            </a:r>
            <a:r>
              <a:rPr lang="en-US">
                <a:ea typeface="+mj-lt"/>
                <a:cs typeface="+mj-lt"/>
              </a:rPr>
              <a:t>test Rigor</a:t>
            </a:r>
            <a:r>
              <a:rPr lang="en-US" dirty="0">
                <a:ea typeface="+mj-lt"/>
                <a:cs typeface="+mj-lt"/>
              </a:rPr>
              <a:t> Cannot Automate This</a:t>
            </a:r>
            <a:br>
              <a:rPr lang="en-US" dirty="0"/>
            </a:b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B2E88-7FB2-6262-C3F4-2BF24E9BA7C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53264" cy="246730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b="1" dirty="0"/>
          </a:p>
          <a:p>
            <a:pPr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6D3B2-EA6F-0ED1-5EBD-4B8E81A95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A2369E-4E85-210D-0A95-B699E885A156}"/>
              </a:ext>
            </a:extLst>
          </p:cNvPr>
          <p:cNvSpPr txBox="1"/>
          <p:nvPr/>
        </p:nvSpPr>
        <p:spPr>
          <a:xfrm>
            <a:off x="5204603" y="3371490"/>
            <a:ext cx="6081623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testRigor</a:t>
            </a:r>
            <a:r>
              <a:rPr lang="en-US" dirty="0">
                <a:ea typeface="+mn-lt"/>
                <a:cs typeface="+mn-lt"/>
              </a:rPr>
              <a:t> works best with: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Stable UI elements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Buttons, text fields, links</a:t>
            </a:r>
            <a:endParaRPr lang="en-US"/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Instagram Story: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Is gesture-heavy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Uses camera &amp; animations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Is restricted against bots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Hence, automation is not supported</a:t>
            </a:r>
            <a:endParaRPr lang="en-US"/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endParaRPr lang="en-US" dirty="0"/>
          </a:p>
          <a:p>
            <a:pPr algn="ctr"/>
            <a:endParaRPr lang="en-GB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F40318-67D0-9D77-ED02-DA844AFEB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4" y="0"/>
            <a:ext cx="121720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667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273FE-D783-79E5-B617-34D9A2831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BD17F-8FBE-9A5D-701B-163712335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Why </a:t>
            </a:r>
            <a:r>
              <a:rPr lang="en-US">
                <a:ea typeface="+mj-lt"/>
                <a:cs typeface="+mj-lt"/>
              </a:rPr>
              <a:t>test Rigor</a:t>
            </a:r>
            <a:r>
              <a:rPr lang="en-US" dirty="0">
                <a:ea typeface="+mj-lt"/>
                <a:cs typeface="+mj-lt"/>
              </a:rPr>
              <a:t> Cannot Automate This</a:t>
            </a:r>
            <a:br>
              <a:rPr lang="en-US" dirty="0"/>
            </a:b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95A41A-EB08-B392-B159-4D03E2A6040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53264" cy="246730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b="1" dirty="0"/>
          </a:p>
          <a:p>
            <a:pPr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12E14-A670-B44F-E365-329FFA431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2D3028-27CC-4811-37E7-673E21106AF1}"/>
              </a:ext>
            </a:extLst>
          </p:cNvPr>
          <p:cNvSpPr txBox="1"/>
          <p:nvPr/>
        </p:nvSpPr>
        <p:spPr>
          <a:xfrm>
            <a:off x="5204603" y="3371490"/>
            <a:ext cx="6081623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testRigor</a:t>
            </a:r>
            <a:r>
              <a:rPr lang="en-US" dirty="0">
                <a:ea typeface="+mn-lt"/>
                <a:cs typeface="+mn-lt"/>
              </a:rPr>
              <a:t> works best with: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Stable UI elements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Buttons, text fields, links</a:t>
            </a:r>
            <a:endParaRPr lang="en-US"/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Instagram Story: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Is gesture-heavy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Uses camera &amp; animations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Is restricted against bots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Hence, automation is not supported</a:t>
            </a:r>
            <a:endParaRPr lang="en-US"/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endParaRPr lang="en-US" dirty="0"/>
          </a:p>
          <a:p>
            <a:pPr algn="ctr"/>
            <a:endParaRPr lang="en-GB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60B37D-1E8B-1FF0-A861-F144D6E9E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288"/>
            <a:ext cx="12192000" cy="659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973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3B808-4978-6886-EEF6-27B030508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8AB07-6F1B-868F-63D5-0954ECEF2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Why </a:t>
            </a:r>
            <a:r>
              <a:rPr lang="en-US">
                <a:ea typeface="+mj-lt"/>
                <a:cs typeface="+mj-lt"/>
              </a:rPr>
              <a:t>test Rigor</a:t>
            </a:r>
            <a:r>
              <a:rPr lang="en-US" dirty="0">
                <a:ea typeface="+mj-lt"/>
                <a:cs typeface="+mj-lt"/>
              </a:rPr>
              <a:t> Cannot Automate This</a:t>
            </a:r>
            <a:br>
              <a:rPr lang="en-US" dirty="0"/>
            </a:b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3AE544-F80D-8023-5B30-23E21015503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53264" cy="246730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b="1" dirty="0"/>
          </a:p>
          <a:p>
            <a:pPr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2C408-CB81-E7C1-D1C7-5C5BC7FEE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DC15E-FF5D-471B-F39B-7D0968612B9C}"/>
              </a:ext>
            </a:extLst>
          </p:cNvPr>
          <p:cNvSpPr txBox="1"/>
          <p:nvPr/>
        </p:nvSpPr>
        <p:spPr>
          <a:xfrm>
            <a:off x="5204603" y="3371490"/>
            <a:ext cx="6081623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testRigor</a:t>
            </a:r>
            <a:r>
              <a:rPr lang="en-US" dirty="0">
                <a:ea typeface="+mn-lt"/>
                <a:cs typeface="+mn-lt"/>
              </a:rPr>
              <a:t> works best with: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Stable UI elements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Buttons, text fields, links</a:t>
            </a:r>
            <a:endParaRPr lang="en-US"/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Instagram Story: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Is gesture-heavy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Uses camera &amp; animations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Is restricted against bots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Hence, automation is not supported</a:t>
            </a:r>
            <a:endParaRPr lang="en-US"/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endParaRPr lang="en-US" dirty="0"/>
          </a:p>
          <a:p>
            <a:pPr algn="ctr"/>
            <a:endParaRPr lang="en-GB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7AE16D-8DCC-4A11-ED30-6FBC387EC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7"/>
            <a:ext cx="12192000" cy="685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51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6340" y="3423773"/>
            <a:ext cx="5528217" cy="2029969"/>
          </a:xfrm>
        </p:spPr>
        <p:txBody>
          <a:bodyPr vert="horz" lIns="91440" tIns="45720" rIns="91440" bIns="0" rtlCol="0"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C55AE-C333-454E-D760-49E236F56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5E6E1-6216-79E6-FCAD-F74BB8ACD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217B2-ACF3-D7A0-8CF3-68EAD5DE8F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53264" cy="246730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b="1" dirty="0"/>
          </a:p>
          <a:p>
            <a:pPr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4E293-C73A-8069-F3C5-23C05B5FA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177CAF-088A-AE46-BB19-CC13E782E10D}"/>
              </a:ext>
            </a:extLst>
          </p:cNvPr>
          <p:cNvSpPr/>
          <p:nvPr/>
        </p:nvSpPr>
        <p:spPr>
          <a:xfrm>
            <a:off x="2588" y="3451"/>
            <a:ext cx="6090248" cy="3602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B24E23-4835-F3A4-A331-D20E0BFA5429}"/>
              </a:ext>
            </a:extLst>
          </p:cNvPr>
          <p:cNvSpPr/>
          <p:nvPr/>
        </p:nvSpPr>
        <p:spPr>
          <a:xfrm>
            <a:off x="6098587" y="3450"/>
            <a:ext cx="6090248" cy="3602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1F489B-5042-1B8F-5623-DBB738F514F6}"/>
              </a:ext>
            </a:extLst>
          </p:cNvPr>
          <p:cNvSpPr/>
          <p:nvPr/>
        </p:nvSpPr>
        <p:spPr>
          <a:xfrm>
            <a:off x="2588" y="3612168"/>
            <a:ext cx="6090248" cy="32722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36BA6A-B181-C291-79BC-09AD08EECFD2}"/>
              </a:ext>
            </a:extLst>
          </p:cNvPr>
          <p:cNvSpPr/>
          <p:nvPr/>
        </p:nvSpPr>
        <p:spPr>
          <a:xfrm>
            <a:off x="6098587" y="3612167"/>
            <a:ext cx="6090248" cy="32435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75877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9B7A9F-83D5-4264-91C0-B309A9EDBFB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AD375C2-2973-4C8B-9800-5B5271D300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950151-0FE0-482F-ADBD-EE52BFC46C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499</Words>
  <Application>Microsoft Office PowerPoint</Application>
  <PresentationFormat>Widescreen</PresentationFormat>
  <Paragraphs>124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Custom</vt:lpstr>
      <vt:lpstr>Test Rigor AI Based Automation Tool</vt:lpstr>
      <vt:lpstr>About Test Rigor </vt:lpstr>
      <vt:lpstr>Objective</vt:lpstr>
      <vt:lpstr>Instagram Story Post Feature </vt:lpstr>
      <vt:lpstr>Test Scope </vt:lpstr>
      <vt:lpstr>Why test Rigor Cannot Automate This </vt:lpstr>
      <vt:lpstr>Why test Rigor Cannot Automate This </vt:lpstr>
      <vt:lpstr>Why test Rigor Cannot Automate This </vt:lpstr>
      <vt:lpstr>Why test Rigor Cannot Automate This </vt:lpstr>
      <vt:lpstr>Why test Rigor Cannot Automate This </vt:lpstr>
      <vt:lpstr>THANK YOU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82</cp:revision>
  <dcterms:created xsi:type="dcterms:W3CDTF">2025-12-22T09:08:38Z</dcterms:created>
  <dcterms:modified xsi:type="dcterms:W3CDTF">2025-12-22T09:53:37Z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